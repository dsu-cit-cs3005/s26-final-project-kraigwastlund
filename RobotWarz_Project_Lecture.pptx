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RobotWarz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26E7B"/>
                </a:solidFill>
              </a:rPr>
              <a:t>CS 3005 | Build an arena. Design a robot. Make them battle.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789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C252E"/>
                </a:solidFill>
              </a:defRPr>
            </a:pPr>
            <a:r>
              <a:t>In-class final: Monday, May 4, 11:00-12:50, Smith 117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Take-home goal: functional Robot Battle simulation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You build the Arena and at least one custom robot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Starter code gives RobotBase, RadarObj, samples, and test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Learning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Technical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Practice OOP with polymorphism and shared interfaces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Build a turn-based simulation engine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Use dynamic loading (.so) at runtime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Model game rules with clean, testable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Engineering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Work modularly: loading, movement, shooting, UI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Iterate from simple to robust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Follow strict interface contracts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Write portable robots that work in other arenas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2286000"/>
            <a:ext cx="2468880" cy="1097280"/>
          </a:xfrm>
          <a:prstGeom prst="roundRect">
            <a:avLst/>
          </a:prstGeom>
          <a:solidFill>
            <a:srgbClr val="E3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Robot_&lt;Name&gt;.cpp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286000"/>
            <a:ext cx="2468880" cy="1097280"/>
          </a:xfrm>
          <a:prstGeom prst="round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libRobot.so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286000"/>
            <a:ext cx="2743200" cy="109728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Arena Simulation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57600" y="2633472"/>
            <a:ext cx="320040" cy="411480"/>
          </a:xfrm>
          <a:prstGeom prst="rightArrow">
            <a:avLst/>
          </a:prstGeom>
          <a:solidFill>
            <a:srgbClr val="626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492240" y="2633472"/>
            <a:ext cx="320040" cy="411480"/>
          </a:xfrm>
          <a:prstGeom prst="rightArrow">
            <a:avLst/>
          </a:prstGeom>
          <a:solidFill>
            <a:srgbClr val="626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9966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Arena compiles each Robot_&lt;Name&gt;.cpp into a shared library (.so)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Arena loads create_robot() and robot_summary() at runtime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Arena drives turns through RobotBase virtual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Robot Contract (Non-Negotiable)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6070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54C79"/>
                </a:solidFill>
                <a:latin typeface="Courier New"/>
              </a:rPr>
              <a:t>extern "C" RobotBase* create_robot();
extern "C" const char* robot_summary();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9966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52E"/>
                </a:solidFill>
              </a:defRPr>
            </a:pPr>
            <a:r>
              <a:t>robot_summary() is required for grading compatibility</a:t>
            </a:r>
          </a:p>
          <a:p>
            <a:pPr>
              <a:defRPr sz="2000">
                <a:solidFill>
                  <a:srgbClr val="1C252E"/>
                </a:solidFill>
              </a:defRPr>
            </a:pPr>
            <a:r>
              <a:t>Summary must be 1 to 50 characters</a:t>
            </a:r>
          </a:p>
          <a:p>
            <a:pPr>
              <a:defRPr sz="2000">
                <a:solidFill>
                  <a:srgbClr val="1C252E"/>
                </a:solidFill>
              </a:defRPr>
            </a:pPr>
            <a:r>
              <a:t>Robots must derive from RobotBase and implement required methods</a:t>
            </a:r>
          </a:p>
          <a:p>
            <a:pPr>
              <a:defRPr sz="2000">
                <a:solidFill>
                  <a:srgbClr val="1C252E"/>
                </a:solidFill>
              </a:defRPr>
            </a:pPr>
            <a:r>
              <a:t>Do NOT modify RobotBase.h, RobotBase.cpp, or RadarObj.h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Turn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Per Robot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1. Arena asks for radar direction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2. Arena scans and sends vector&lt;RadarObj&gt;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3. Robot chooses one action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4. Arena applies legal move or shot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5. Arena updates health, armor, death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Action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Exactly one action per turn:</a:t>
            </a:r>
          </a:p>
          <a:p>
            <a:pPr lvl="1">
              <a:defRPr sz="1600">
                <a:solidFill>
                  <a:srgbClr val="1C252E"/>
                </a:solidFill>
              </a:defRPr>
            </a:pPr>
            <a:r>
              <a:t>Shoot OR Move OR Do Nothing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Never both shoot and move in one turn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Dead robots do not take turns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Weapons and Obstacles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Weapons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Flamethrower: 3x4 area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Railgun: line across arena, pierces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Hammer: one adjacent cell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Grenade: target cell, 3x3 splash, 10 shots max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Any hit reduces armor by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Obstacles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F: flamethrower obstacle (damages robot)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P: pit (move speed becomes 0)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M: mound (blocks movement)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Mounds do not block 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Suggested Build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C252E"/>
                </a:solidFill>
              </a:defRPr>
            </a:pPr>
            <a:r>
              <a:t>Milestone 1: Board + robot placement + board printing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Milestone 2: Dynamic robot compile/load (.so)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Milestone 3: Radar plumbing with RadarObj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Milestone 4: Movement legality (bounds + obstacles)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Milestone 5: Shooting and damage resolution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Milestone 6: Round loop, winner detection, clean output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Milestone 7: polish UI, edge cases, and stress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Testing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Robot-Level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make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./test_robot Robot_MyBot.cpp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Verify required exports and summary length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Validate action behavior under radar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190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54C79"/>
                </a:solidFill>
              </a:rPr>
              <a:t>Arena-Level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252E"/>
                </a:solidFill>
              </a:defRPr>
            </a:pPr>
            <a:r>
              <a:t>Run full simulation with multiple robots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Test collisions, pits, mounds, and obstacle damage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Confirm no segfaults/endless loops</a:t>
            </a:r>
          </a:p>
          <a:p>
            <a:pPr>
              <a:defRPr sz="1800">
                <a:solidFill>
                  <a:srgbClr val="1C252E"/>
                </a:solidFill>
              </a:defRPr>
            </a:pPr>
            <a:r>
              <a:t>Ensure one winner is always produced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What I Will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9728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3327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52E"/>
                </a:solidFill>
              </a:defRPr>
            </a:pPr>
            <a:r>
              <a:t>0 if project does not build/run from a fresh clone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10 - basic structure and spec adherence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10 - working simulation and robot interaction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10 - legal movement and boundary handling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20 - shooting and damage logic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10 - clear output/UI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10 - game resolution (last robot alive)</a:t>
            </a:r>
          </a:p>
          <a:p>
            <a:pPr>
              <a:defRPr sz="2200">
                <a:solidFill>
                  <a:srgbClr val="1C252E"/>
                </a:solidFill>
              </a:defRPr>
            </a:pPr>
            <a:r>
              <a:t>Deductions for crashes, invalid behaviors, endless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Common Failure Modes to Avoid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822960" y="1828800"/>
            <a:ext cx="1005840" cy="914400"/>
          </a:xfrm>
          <a:prstGeom prst="triangle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737360"/>
            <a:ext cx="9326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C252E"/>
                </a:solidFill>
              </a:defRPr>
            </a:pPr>
            <a:r>
              <a:t>Changing RobotBase or RadarObj files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Robots that rely on arena internals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Allowing move + shoot in same turn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Ignoring weapon range/shape rules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Illegal movement through mounds or out-of-bounds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No clear game-over condition</a:t>
            </a:r>
          </a:p>
          <a:p>
            <a:pPr>
              <a:defRPr sz="2400">
                <a:solidFill>
                  <a:srgbClr val="1C252E"/>
                </a:solidFill>
              </a:defRPr>
            </a:pPr>
            <a:r>
              <a:t>Not testing from clean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54C79"/>
                </a:solidFill>
              </a:rPr>
              <a:t>Student Deliverables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7099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RobotWarz executable builds and runs with make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30428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Arena implementation handles full game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89864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At least one custom Robot_&lt;Name&gt;.cpp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Robot exports create_robot() and robot_summary()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08736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robot_summary length is 1-50 chars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0916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681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No changes to RobotBase/RadarObj starter contracts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03520"/>
            <a:ext cx="320040" cy="320040"/>
          </a:xfrm>
          <a:prstGeom prst="roundRect">
            <a:avLst/>
          </a:prstGeom>
          <a:solidFill>
            <a:srgbClr val="247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27608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C252E"/>
                </a:solidFill>
              </a:rPr>
              <a:t>Readable board output + turn narration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 Final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4C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You Can Absolutely Build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Start simple. Iterate. Test often. Ask questions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4241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Project success formula:
Build core loop -&gt; add rules -&gt; polish UI -&gt; harden edge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CS 3005 - RobotWarz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